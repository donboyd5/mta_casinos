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70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5A16-FC16-2BC2-68C7-247738C8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29F75-8190-B1D5-1EDC-C6AC6A9B9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3414-CAED-0129-1DB0-FA1040C6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19B7-CECB-0D28-8482-C0C0615F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035ED-7077-858D-A65E-5608FAB7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4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06BC-D32C-199A-EE39-7E5E6984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C7FF9-6519-BC83-F5BA-0FCE1A729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0A646-5162-7D54-6121-CBFE582C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A03A-13D9-4674-DA6F-7320533A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150D-7978-34B1-11EA-3690B290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1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5B26-32F2-46DE-EBC7-27C58007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9C275-0507-745F-2A81-C00F9A9A7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72F00-59BF-4034-BFCB-1388961E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B650E-D0C1-6C8F-647A-84A2C84A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AB9D5-9048-521A-9CA7-354FA806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1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0B85-0699-E6E8-3C15-53363942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7EA3-4C1D-33A8-345A-FE8248179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6DDFD-8FC2-2414-B2FA-699DC1B96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DB9A-3DD9-C9E0-0D98-586863B1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06B70-1CC8-C0B6-B581-20DB510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1D961-397E-EB84-A14F-D62A2A76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5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6189-705D-23B7-7D9E-9CF50515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6D6C7-88CE-AB41-0162-7981943D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876FA-6122-C113-1644-6F225A6C2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A0372-134E-1EB5-0FDD-A78FB5F4F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F0373-ECD4-62EB-A47A-F9821C41F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F6A33-68B7-C9AE-5F05-CD6147A4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4B146-3B5C-6862-ADCB-C95A6DDC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4BB10-DCCB-577A-588C-7250B909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4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FED-AE80-B294-C4B5-6A6AEC21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59659-560B-5B0C-74EC-66DC9104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E3A8A-6B76-F306-ABAC-5267A552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9ACDA-F9E4-B363-C36F-4E00C186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4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4CD70-D24D-77D7-9C24-0C98B49A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B91BB4-DAEF-8C6C-8B1D-27CE36B3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24CD5-B024-97C0-CF4E-16C55081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1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5E87-AAD4-51BE-7592-A89B913B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C98F5-4E12-DDE5-054B-7C3970FB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A6648-2421-6E96-6DAA-0451E8A22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22691-27A7-A398-2F28-EFF07B87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4AF64-97AF-3194-F974-5CA01783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5BAC4-28D9-54CB-5BC1-D9906611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6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54E6-CE81-A010-D66F-E7E626CD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418FB-DB04-9EC0-ADA1-A3F0A1A4C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5A446-C784-79A6-3A2B-6814B3976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AFDD1-59E7-8061-9C36-8CF3FA94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460CB-1C11-C30E-3BC4-177865C9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FFDA7-D3A2-5C8A-9771-0613EA2B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4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CD5C-7127-4A67-9DFD-E9B00719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C430E-8127-87AC-3BB4-DC33B0162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A8043-DDC9-169C-1727-3E714FFB5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EE60E-E2DE-1634-FF0F-2022B400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0F51-4240-A489-AF9D-C30F1142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3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75AB8-E3AE-C82F-54D4-433CCB9C7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D9355-F039-C91B-776F-4819AAD38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6DB9-F480-86E4-BD19-0A290EC5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EDE9A-B37E-0DFD-70BD-DCFBBDF6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A4ADA-E585-531C-F34C-EF11AD9B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4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354CF-09C3-31D6-6A61-61FA5E5C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0598F-B33B-B673-A777-EE30C3EC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7C77A-0BA4-B305-BC3D-81A61271F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D4024-AF29-48CF-9296-E82F3481A0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A350-F232-D6FB-8998-EEF640594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55A6-CDB7-2C1F-C347-8FA386FE0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F8FC4-F0EB-49F4-9DCD-24D9A2B2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5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7A68-B8C4-02B4-E408-EBA93FF3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27699E0-696E-2795-5D0E-DEC4F6A81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067414"/>
              </p:ext>
            </p:extLst>
          </p:nvPr>
        </p:nvGraphicFramePr>
        <p:xfrm>
          <a:off x="2381250" y="2608263"/>
          <a:ext cx="7427913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427281" imgH="1639040" progId="Excel.Sheet.12">
                  <p:embed/>
                </p:oleObj>
              </mc:Choice>
              <mc:Fallback>
                <p:oleObj name="Worksheet" r:id="rId2" imgW="7427281" imgH="16390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1250" y="2608263"/>
                        <a:ext cx="7427913" cy="163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29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48B5DE9-5D1D-A67F-39F3-DE9D4E1FB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381821"/>
              </p:ext>
            </p:extLst>
          </p:nvPr>
        </p:nvGraphicFramePr>
        <p:xfrm>
          <a:off x="1066800" y="1171575"/>
          <a:ext cx="10058400" cy="451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552" imgH="4511729" progId="Excel.Sheet.12">
                  <p:embed/>
                </p:oleObj>
              </mc:Choice>
              <mc:Fallback>
                <p:oleObj name="Worksheet" r:id="rId2" imgW="10058552" imgH="451172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6800" y="1171575"/>
                        <a:ext cx="10058400" cy="451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7722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Microsoft Excel Worksheet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Boyd</dc:creator>
  <cp:lastModifiedBy>Don Boyd</cp:lastModifiedBy>
  <cp:revision>10</cp:revision>
  <dcterms:created xsi:type="dcterms:W3CDTF">2025-11-09T10:37:39Z</dcterms:created>
  <dcterms:modified xsi:type="dcterms:W3CDTF">2025-11-09T11:48:35Z</dcterms:modified>
</cp:coreProperties>
</file>