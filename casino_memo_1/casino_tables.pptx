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64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83" d="100"/>
          <a:sy n="83" d="100"/>
        </p:scale>
        <p:origin x="270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A5A16-FC16-2BC2-68C7-247738C85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429F75-8190-B1D5-1EDC-C6AC6A9B90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93414-CAED-0129-1DB0-FA1040C63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4024-AF29-48CF-9296-E82F3481A098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419B7-CECB-0D28-8482-C0C0615FC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035ED-7077-858D-A65E-5608FAB73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F8FC4-F0EB-49F4-9DCD-24D9A2B22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646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506BC-D32C-199A-EE39-7E5E69841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C7FF9-6519-BC83-F5BA-0FCE1A729A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30A646-5162-7D54-6121-CBFE582CE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4024-AF29-48CF-9296-E82F3481A098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94A03A-13D9-4674-DA6F-7320533AA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0150D-7978-34B1-11EA-3690B290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F8FC4-F0EB-49F4-9DCD-24D9A2B22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414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C5B26-32F2-46DE-EBC7-27C580079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B9C275-0507-745F-2A81-C00F9A9A77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272F00-59BF-4034-BFCB-1388961E0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4024-AF29-48CF-9296-E82F3481A098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BB650E-D0C1-6C8F-647A-84A2C84A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EAB9D5-9048-521A-9CA7-354FA8061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F8FC4-F0EB-49F4-9DCD-24D9A2B22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115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C0B85-0699-E6E8-3C15-533639425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617EA3-4C1D-33A8-345A-FE82481793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B6DDFD-8FC2-2414-B2FA-699DC1B96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27DB9A-3DD9-C9E0-0D98-586863B14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4024-AF29-48CF-9296-E82F3481A098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206B70-1CC8-C0B6-B581-20DB510A6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B1D961-397E-EB84-A14F-D62A2A763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F8FC4-F0EB-49F4-9DCD-24D9A2B22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859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6189-705D-23B7-7D9E-9CF505154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06D6C7-88CE-AB41-0162-7981943DA3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876FA-6122-C113-1644-6F225A6C21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4A0372-134E-1EB5-0FDD-A78FB5F4F2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8F0373-ECD4-62EB-A47A-F9821C41FA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DF6A33-68B7-C9AE-5F05-CD6147A48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4024-AF29-48CF-9296-E82F3481A098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34B146-3B5C-6862-ADCB-C95A6DDCA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34BB10-DCCB-577A-588C-7250B9094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F8FC4-F0EB-49F4-9DCD-24D9A2B22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343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CCFED-AE80-B294-C4B5-6A6AEC21E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F59659-560B-5B0C-74EC-66DC91045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4024-AF29-48CF-9296-E82F3481A098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CE3A8A-6B76-F306-ABAC-5267A5526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49ACDA-F9E4-B363-C36F-4E00C186A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F8FC4-F0EB-49F4-9DCD-24D9A2B22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494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54CD70-D24D-77D7-9C24-0C98B49A4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4024-AF29-48CF-9296-E82F3481A098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B91BB4-DAEF-8C6C-8B1D-27CE36B3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C24CD5-B024-97C0-CF4E-16C55081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F8FC4-F0EB-49F4-9DCD-24D9A2B22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615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15E87-AAD4-51BE-7592-A89B913B3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C98F5-4E12-DDE5-054B-7C3970FBE3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0A6648-2421-6E96-6DAA-0451E8A222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022691-27A7-A398-2F28-EFF07B876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4024-AF29-48CF-9296-E82F3481A098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A4AF64-97AF-3194-F974-5CA01783E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C5BAC4-28D9-54CB-5BC1-D9906611E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F8FC4-F0EB-49F4-9DCD-24D9A2B22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61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754E6-CE81-A010-D66F-E7E626CDF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2418FB-DB04-9EC0-ADA1-A3F0A1A4C0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65A446-C784-79A6-3A2B-6814B39766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6AFDD1-59E7-8061-9C36-8CF3FA94E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4024-AF29-48CF-9296-E82F3481A098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5460CB-1C11-C30E-3BC4-177865C93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3FFDA7-D3A2-5C8A-9771-0613EA2B5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F8FC4-F0EB-49F4-9DCD-24D9A2B22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9CD5C-7127-4A67-9DFD-E9B007194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9C430E-8127-87AC-3BB4-DC33B0162F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EA8043-DDC9-169C-1727-3E714FFB5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4024-AF29-48CF-9296-E82F3481A098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EE60E-E2DE-1634-FF0F-2022B400F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9B0F51-4240-A489-AF9D-C30F11421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F8FC4-F0EB-49F4-9DCD-24D9A2B22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430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475AB8-E3AE-C82F-54D4-433CCB9C76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FD9355-F039-C91B-776F-4819AAD38C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F6DB9-F480-86E4-BD19-0A290EC5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4024-AF29-48CF-9296-E82F3481A098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6EDE9A-B37E-0DFD-70BD-DCFBBDF66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A4ADA-E585-531C-F34C-EF11AD9BC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F8FC4-F0EB-49F4-9DCD-24D9A2B22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648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7354CF-09C3-31D6-6A61-61FA5E5CB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30598F-B33B-B673-A777-EE30C3EC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7C77A-0BA4-B305-BC3D-81A61271FA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4D4024-AF29-48CF-9296-E82F3481A098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9A350-F232-D6FB-8998-EEF6405947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6E55A6-CDB7-2C1F-C347-8FA386FE0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3F8FC4-F0EB-49F4-9DCD-24D9A2B22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057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package" Target="../embeddings/Microsoft_Excel_Worksheet1.xlsx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E7A68-B8C4-02B4-E408-EBA93FF32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F27699E0-696E-2795-5D0E-DEC4F6A81A7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5067414"/>
              </p:ext>
            </p:extLst>
          </p:nvPr>
        </p:nvGraphicFramePr>
        <p:xfrm>
          <a:off x="2381250" y="2608263"/>
          <a:ext cx="7427913" cy="163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427281" imgH="1639040" progId="Excel.Sheet.12">
                  <p:embed/>
                </p:oleObj>
              </mc:Choice>
              <mc:Fallback>
                <p:oleObj name="Worksheet" r:id="rId2" imgW="7427281" imgH="163904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381250" y="2608263"/>
                        <a:ext cx="7427913" cy="163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47294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548B5DE9-5D1D-A67F-39F3-DE9D4E1FB69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4328033"/>
              </p:ext>
            </p:extLst>
          </p:nvPr>
        </p:nvGraphicFramePr>
        <p:xfrm>
          <a:off x="1066800" y="1171575"/>
          <a:ext cx="10058400" cy="451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0058552" imgH="4511729" progId="Excel.Sheet.12">
                  <p:embed/>
                </p:oleObj>
              </mc:Choice>
              <mc:Fallback>
                <p:oleObj name="Worksheet" r:id="rId2" imgW="10058552" imgH="4511729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066800" y="1171575"/>
                        <a:ext cx="10058400" cy="4511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37722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9616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735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Microsoft Excel Worksheet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Don Boyd</dc:creator>
  <cp:lastModifiedBy>Don Boyd</cp:lastModifiedBy>
  <cp:revision>11</cp:revision>
  <dcterms:created xsi:type="dcterms:W3CDTF">2025-11-09T10:37:39Z</dcterms:created>
  <dcterms:modified xsi:type="dcterms:W3CDTF">2025-11-09T23:05:01Z</dcterms:modified>
</cp:coreProperties>
</file>